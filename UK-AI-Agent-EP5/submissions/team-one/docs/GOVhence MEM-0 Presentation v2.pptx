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9DA5107-39C0-4DCA-9056-6ADA872D3A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330036"/>
            <a:ext cx="2251364" cy="225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DFB3B-FE07-4932-96D3-AB6986C03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42" y="3188524"/>
            <a:ext cx="11750915" cy="262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M0">
  <a:themeElements>
    <a:clrScheme name="MEM0">
      <a:dk1>
        <a:srgbClr val="060608"/>
      </a:dk1>
      <a:lt1>
        <a:srgbClr val="E9F2EC"/>
      </a:lt1>
      <a:dk2>
        <a:srgbClr val="0A120D"/>
      </a:dk2>
      <a:lt2>
        <a:srgbClr val="B7C9BD"/>
      </a:lt2>
      <a:accent1>
        <a:srgbClr val="4ADE80"/>
      </a:accent1>
      <a:accent2>
        <a:srgbClr val="FBBF24"/>
      </a:accent2>
      <a:accent3>
        <a:srgbClr val="F87171"/>
      </a:accent3>
      <a:accent4>
        <a:srgbClr val="93A69B"/>
      </a:accent4>
      <a:accent5>
        <a:srgbClr val="5C6B62"/>
      </a:accent5>
      <a:accent6>
        <a:srgbClr val="4ADE80"/>
      </a:accent6>
      <a:hlink>
        <a:srgbClr val="4ADE80"/>
      </a:hlink>
      <a:folHlink>
        <a:srgbClr val="93A69B"/>
      </a:folHlink>
    </a:clrScheme>
    <a:fontScheme name="MEM0">
      <a:majorFont>
        <a:latin typeface="Space Grotesk"/>
        <a:ea typeface=""/>
        <a:cs typeface=""/>
      </a:majorFont>
      <a:minorFont>
        <a:latin typeface="Space Grotesk"/>
        <a:ea typeface=""/>
        <a:cs typeface=""/>
      </a:minorFont>
    </a:fontScheme>
    <a:fmtScheme name="MEM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Space Grotesk</vt:lpstr>
      <vt:lpstr>Arial</vt:lpstr>
      <vt:lpstr>MEM0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zengxiaoqing</dc:creator>
  <cp:lastModifiedBy>zengxiaoqing</cp:lastModifiedBy>
  <cp:revision>3</cp:revision>
  <dcterms:modified xsi:type="dcterms:W3CDTF">2026-07-03T15:58:46Z</dcterms:modified>
</cp:coreProperties>
</file>