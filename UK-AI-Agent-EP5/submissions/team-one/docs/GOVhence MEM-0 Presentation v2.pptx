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BAE305-5993-46AE-BD5D-3772E319FA8C}"/>
              </a:ext>
            </a:extLst>
          </p:cNvPr>
          <p:cNvSpPr txBox="1"/>
          <p:nvPr/>
        </p:nvSpPr>
        <p:spPr>
          <a:xfrm>
            <a:off x="9090561" y="1122218"/>
            <a:ext cx="27253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Benjamin </a:t>
            </a:r>
            <a:r>
              <a:rPr lang="en-US" sz="24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Dacquay</a:t>
            </a:r>
            <a:b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Alexis </a:t>
            </a:r>
            <a:r>
              <a:rPr lang="en-US" sz="24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Dacquay</a:t>
            </a:r>
            <a:endParaRPr lang="en-US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9DA5107-39C0-4DCA-9056-6ADA872D3A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1330036"/>
            <a:ext cx="2251364" cy="2251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DDFB3B-FE07-4932-96D3-AB6986C03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56" y="1144756"/>
            <a:ext cx="11750915" cy="26219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4DD277-7CB3-4D75-BA99-97F2869C5BA1}"/>
              </a:ext>
            </a:extLst>
          </p:cNvPr>
          <p:cNvSpPr txBox="1"/>
          <p:nvPr/>
        </p:nvSpPr>
        <p:spPr>
          <a:xfrm>
            <a:off x="380010" y="492826"/>
            <a:ext cx="4233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Revoke Lineage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9A02E-C729-4E30-972A-A47CC8E78806}"/>
              </a:ext>
            </a:extLst>
          </p:cNvPr>
          <p:cNvSpPr txBox="1"/>
          <p:nvPr/>
        </p:nvSpPr>
        <p:spPr>
          <a:xfrm>
            <a:off x="890649" y="4346369"/>
            <a:ext cx="52548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en-US" sz="1400" b="0" i="0" dirty="0">
              <a:solidFill>
                <a:srgbClr val="BFBFBF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BFBFBF"/>
                </a:solidFill>
                <a:effectLst/>
                <a:latin typeface="-apple-system"/>
              </a:rPr>
              <a:t>Revoke a source → all derivatives revoked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BFBFBF"/>
                </a:solidFill>
                <a:effectLst/>
                <a:latin typeface="-apple-system"/>
              </a:rPr>
              <a:t>Overrides clearance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BFBFBF"/>
                </a:solidFill>
                <a:effectLst/>
                <a:latin typeface="-apple-system"/>
              </a:rPr>
              <a:t>Deterministic, fail-closed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BFBFBF"/>
                </a:solidFill>
                <a:effectLst/>
                <a:latin typeface="-apple-system"/>
              </a:rPr>
              <a:t>Every decision logged</a:t>
            </a:r>
          </a:p>
          <a:p>
            <a:endParaRPr lang="en-US" sz="14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40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M0">
  <a:themeElements>
    <a:clrScheme name="MEM0">
      <a:dk1>
        <a:srgbClr val="060608"/>
      </a:dk1>
      <a:lt1>
        <a:srgbClr val="E9F2EC"/>
      </a:lt1>
      <a:dk2>
        <a:srgbClr val="0A120D"/>
      </a:dk2>
      <a:lt2>
        <a:srgbClr val="B7C9BD"/>
      </a:lt2>
      <a:accent1>
        <a:srgbClr val="4ADE80"/>
      </a:accent1>
      <a:accent2>
        <a:srgbClr val="FBBF24"/>
      </a:accent2>
      <a:accent3>
        <a:srgbClr val="F87171"/>
      </a:accent3>
      <a:accent4>
        <a:srgbClr val="93A69B"/>
      </a:accent4>
      <a:accent5>
        <a:srgbClr val="5C6B62"/>
      </a:accent5>
      <a:accent6>
        <a:srgbClr val="4ADE80"/>
      </a:accent6>
      <a:hlink>
        <a:srgbClr val="4ADE80"/>
      </a:hlink>
      <a:folHlink>
        <a:srgbClr val="93A69B"/>
      </a:folHlink>
    </a:clrScheme>
    <a:fontScheme name="MEM0">
      <a:majorFont>
        <a:latin typeface="Space Grotesk"/>
        <a:ea typeface=""/>
        <a:cs typeface=""/>
      </a:majorFont>
      <a:minorFont>
        <a:latin typeface="Space Grotesk"/>
        <a:ea typeface=""/>
        <a:cs typeface=""/>
      </a:minorFont>
    </a:fontScheme>
    <a:fmtScheme name="MEM0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22</Words>
  <Application>Microsoft Office PowerPoint</Application>
  <PresentationFormat>Widescreen</PresentationFormat>
  <Paragraphs>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-apple-system</vt:lpstr>
      <vt:lpstr>Space Grotesk</vt:lpstr>
      <vt:lpstr>Arial</vt:lpstr>
      <vt:lpstr>MEM0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zengxiaoqing</dc:creator>
  <cp:lastModifiedBy>zengxiaoqing</cp:lastModifiedBy>
  <cp:revision>4</cp:revision>
  <dcterms:modified xsi:type="dcterms:W3CDTF">2026-07-03T16:19:42Z</dcterms:modified>
</cp:coreProperties>
</file>